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58" r:id="rId5"/>
    <p:sldId id="264" r:id="rId6"/>
    <p:sldId id="259" r:id="rId7"/>
    <p:sldId id="265" r:id="rId8"/>
    <p:sldId id="260" r:id="rId9"/>
    <p:sldId id="266" r:id="rId10"/>
    <p:sldId id="262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3000"/>
            <a:ext cx="5667375" cy="1343025"/>
          </a:xfrm>
          <a:custGeom>
            <a:avLst/>
            <a:gdLst/>
            <a:ahLst/>
            <a:cxnLst/>
            <a:rect l="l" t="t" r="r" b="b"/>
            <a:pathLst>
              <a:path w="5667375" h="1343025">
                <a:moveTo>
                  <a:pt x="5667375" y="0"/>
                </a:moveTo>
                <a:lnTo>
                  <a:pt x="0" y="0"/>
                </a:lnTo>
                <a:lnTo>
                  <a:pt x="0" y="1343025"/>
                </a:lnTo>
                <a:lnTo>
                  <a:pt x="5667375" y="1343025"/>
                </a:lnTo>
                <a:lnTo>
                  <a:pt x="5667375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42836"/>
            <a:ext cx="6415151" cy="636752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85800" y="371475"/>
            <a:ext cx="6115050" cy="6067425"/>
          </a:xfrm>
          <a:custGeom>
            <a:avLst/>
            <a:gdLst/>
            <a:ahLst/>
            <a:cxnLst/>
            <a:rect l="l" t="t" r="r" b="b"/>
            <a:pathLst>
              <a:path w="6115050" h="6067425">
                <a:moveTo>
                  <a:pt x="6115050" y="0"/>
                </a:moveTo>
                <a:lnTo>
                  <a:pt x="0" y="0"/>
                </a:lnTo>
                <a:lnTo>
                  <a:pt x="0" y="6067425"/>
                </a:lnTo>
                <a:lnTo>
                  <a:pt x="6115050" y="6067425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" y="628650"/>
            <a:ext cx="5610225" cy="560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830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96241" y="1020268"/>
            <a:ext cx="4197350" cy="45788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14" dirty="0" err="1">
                <a:latin typeface="Trebuchet MS"/>
                <a:cs typeface="Trebuchet MS"/>
              </a:rPr>
              <a:t>Преподавател</a:t>
            </a:r>
            <a:r>
              <a:rPr lang="ru-RU" sz="2400" b="1" spc="-114" dirty="0">
                <a:latin typeface="Trebuchet MS"/>
                <a:cs typeface="Trebuchet MS"/>
              </a:rPr>
              <a:t>ь</a:t>
            </a:r>
            <a:r>
              <a:rPr sz="2400" b="1" spc="-114" dirty="0">
                <a:latin typeface="Trebuchet MS"/>
                <a:cs typeface="Trebuchet MS"/>
              </a:rPr>
              <a:t>:</a:t>
            </a:r>
            <a:r>
              <a:rPr lang="ru-RU" sz="2400" b="1" spc="-114" dirty="0">
                <a:latin typeface="Trebuchet MS"/>
                <a:cs typeface="Trebuchet MS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Халилов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Матлаб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, Алиев Джамиль</a:t>
            </a:r>
            <a:r>
              <a:rPr sz="2400" spc="-175" dirty="0">
                <a:latin typeface="Trebuchet MS" panose="020B0603020202020204" pitchFamily="34" charset="0"/>
                <a:cs typeface="Trebuchet MS"/>
              </a:rPr>
              <a:t> </a:t>
            </a: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25" dirty="0" err="1">
                <a:latin typeface="Trebuchet MS"/>
                <a:cs typeface="Trebuchet MS"/>
              </a:rPr>
              <a:t>Студент</a:t>
            </a:r>
            <a:r>
              <a:rPr lang="ru-RU" sz="2400" b="1" spc="-125" dirty="0">
                <a:latin typeface="Trebuchet MS"/>
                <a:cs typeface="Trebuchet MS"/>
              </a:rPr>
              <a:t>ка</a:t>
            </a:r>
            <a:r>
              <a:rPr sz="2400" b="1" spc="-125" dirty="0">
                <a:latin typeface="Trebuchet MS"/>
                <a:cs typeface="Trebuchet MS"/>
              </a:rPr>
              <a:t>:</a:t>
            </a:r>
            <a:r>
              <a:rPr sz="2400" b="1" spc="-215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Сафарова Ханым</a:t>
            </a: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75" dirty="0" err="1">
                <a:latin typeface="Trebuchet MS"/>
                <a:cs typeface="Trebuchet MS"/>
              </a:rPr>
              <a:t>Группа</a:t>
            </a:r>
            <a:r>
              <a:rPr sz="2400" b="1" spc="-175" dirty="0">
                <a:latin typeface="Trebuchet MS"/>
                <a:cs typeface="Trebuchet MS"/>
              </a:rPr>
              <a:t>:</a:t>
            </a:r>
            <a:r>
              <a:rPr sz="2400" b="1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680.23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140" dirty="0">
                <a:latin typeface="Trebuchet MS"/>
                <a:cs typeface="Trebuchet MS"/>
              </a:rPr>
              <a:t>Предмет: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Веб-системы и технологии</a:t>
            </a:r>
            <a:endParaRPr lang="ru-RU" sz="2400" b="1" spc="-210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245" dirty="0" err="1">
                <a:latin typeface="Trebuchet MS"/>
                <a:cs typeface="Trebuchet MS"/>
              </a:rPr>
              <a:t>Тема</a:t>
            </a:r>
            <a:r>
              <a:rPr sz="2400" b="1" spc="-245" dirty="0">
                <a:latin typeface="Trebuchet MS"/>
                <a:cs typeface="Trebuchet MS"/>
              </a:rPr>
              <a:t>:</a:t>
            </a:r>
            <a:r>
              <a:rPr lang="ru-RU" sz="2400" b="1" spc="-245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Разработка онлайн тестовой системы по математике</a:t>
            </a:r>
            <a:endParaRPr sz="2400" dirty="0">
              <a:latin typeface="Trebuchet MS" panose="020B0603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45E14-B2CA-4C8B-D2FA-4DDFA2EA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81" y="379956"/>
            <a:ext cx="5943619" cy="1656914"/>
          </a:xfrm>
        </p:spPr>
        <p:txBody>
          <a:bodyPr>
            <a:normAutofit/>
          </a:bodyPr>
          <a:lstStyle/>
          <a:p>
            <a:r>
              <a:rPr lang="ru-RU" b="1">
                <a:ea typeface="+mj-lt"/>
                <a:cs typeface="+mj-lt"/>
              </a:rPr>
              <a:t>Цель и задачи проекта</a:t>
            </a:r>
            <a:endParaRPr lang="ru-RU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F154B9-404E-C14A-5D68-C8EF1B79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897" y="2340236"/>
            <a:ext cx="6778249" cy="4223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Создание </a:t>
            </a:r>
            <a:r>
              <a:rPr lang="en-US" sz="1800" dirty="0" err="1">
                <a:ea typeface="+mn-lt"/>
                <a:cs typeface="+mn-lt"/>
              </a:rPr>
              <a:t>онлайн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тестовой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системы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математике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для</a:t>
            </a: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 err="1">
                <a:ea typeface="+mn-lt"/>
                <a:cs typeface="+mn-lt"/>
              </a:rPr>
              <a:t>удобной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проверки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знаний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пользователей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>
              <a:buFont typeface="Arial,Sans-Serif"/>
              <a:buChar char="•"/>
            </a:pPr>
            <a:r>
              <a:rPr lang="en-US" sz="1800" b="1" dirty="0"/>
              <a:t>HTML</a:t>
            </a:r>
            <a:r>
              <a:rPr lang="en-US" sz="1800" dirty="0"/>
              <a:t> — </a:t>
            </a:r>
            <a:r>
              <a:rPr lang="en-US" sz="1800" dirty="0" err="1"/>
              <a:t>создание</a:t>
            </a:r>
            <a:r>
              <a:rPr lang="en-US" sz="1800" dirty="0"/>
              <a:t> </a:t>
            </a:r>
            <a:r>
              <a:rPr lang="en-US" sz="1800" dirty="0" err="1"/>
              <a:t>структуры</a:t>
            </a:r>
            <a:r>
              <a:rPr lang="en-US" sz="1800" dirty="0"/>
              <a:t> </a:t>
            </a:r>
            <a:r>
              <a:rPr lang="en-US" sz="1800" dirty="0" err="1"/>
              <a:t>сайта</a:t>
            </a:r>
            <a:r>
              <a:rPr lang="en-US" sz="1800" dirty="0"/>
              <a:t>. </a:t>
            </a:r>
          </a:p>
          <a:p>
            <a:pPr>
              <a:buFont typeface="Arial,Sans-Serif"/>
              <a:buChar char="•"/>
            </a:pPr>
            <a:r>
              <a:rPr lang="en-US" sz="1800" b="1" dirty="0"/>
              <a:t>CSS</a:t>
            </a:r>
            <a:r>
              <a:rPr lang="en-US" sz="1800" dirty="0"/>
              <a:t> — </a:t>
            </a:r>
            <a:r>
              <a:rPr lang="en-US" sz="1800" dirty="0" err="1"/>
              <a:t>оформление</a:t>
            </a:r>
            <a:r>
              <a:rPr lang="en-US" sz="1800" dirty="0"/>
              <a:t> и </a:t>
            </a:r>
            <a:r>
              <a:rPr lang="en-US" sz="1800" dirty="0" err="1"/>
              <a:t>дизайн</a:t>
            </a:r>
            <a:r>
              <a:rPr lang="en-US" sz="1800" dirty="0"/>
              <a:t> </a:t>
            </a:r>
            <a:r>
              <a:rPr lang="en-US" sz="1800" dirty="0" err="1"/>
              <a:t>интерфейса</a:t>
            </a:r>
            <a:r>
              <a:rPr lang="en-US" sz="1800" dirty="0"/>
              <a:t>. </a:t>
            </a:r>
          </a:p>
          <a:p>
            <a:pPr>
              <a:buFont typeface="Arial,Sans-Serif"/>
              <a:buChar char="•"/>
            </a:pPr>
            <a:r>
              <a:rPr lang="en-US" sz="1800" b="1" dirty="0"/>
              <a:t>JavaScript</a:t>
            </a:r>
            <a:r>
              <a:rPr lang="en-US" sz="1800" dirty="0"/>
              <a:t> —</a:t>
            </a:r>
            <a:r>
              <a:rPr lang="en-US" sz="1800" dirty="0" err="1"/>
              <a:t>добавление</a:t>
            </a:r>
            <a:r>
              <a:rPr lang="en-US" sz="1800" dirty="0"/>
              <a:t> </a:t>
            </a:r>
            <a:r>
              <a:rPr lang="en-US" sz="1800" dirty="0" err="1"/>
              <a:t>интерактивности</a:t>
            </a:r>
            <a:r>
              <a:rPr lang="en-US" sz="1800" dirty="0"/>
              <a:t> </a:t>
            </a:r>
            <a:r>
              <a:rPr lang="en-US" sz="1800" dirty="0" err="1"/>
              <a:t>ифункций</a:t>
            </a:r>
            <a:r>
              <a:rPr lang="en-US" sz="1800" dirty="0"/>
              <a:t> </a:t>
            </a:r>
            <a:r>
              <a:rPr lang="en-US" sz="1800" dirty="0" err="1"/>
              <a:t>сайта</a:t>
            </a:r>
          </a:p>
          <a:p>
            <a:pPr marL="0" indent="0">
              <a:buNone/>
            </a:pPr>
            <a:r>
              <a:rPr lang="en-US" sz="1800" b="1" i="1" dirty="0" err="1"/>
              <a:t>Задачи</a:t>
            </a:r>
            <a:r>
              <a:rPr lang="en-US" sz="1800" b="1" i="1" dirty="0"/>
              <a:t> </a:t>
            </a:r>
            <a:r>
              <a:rPr lang="en-US" sz="1800" b="1" i="1" dirty="0" err="1"/>
              <a:t>проекта</a:t>
            </a:r>
            <a:endParaRPr lang="en-US" sz="1800" i="1"/>
          </a:p>
          <a:p>
            <a:r>
              <a:rPr lang="en-US" sz="1800" dirty="0" err="1">
                <a:ea typeface="+mn-lt"/>
                <a:cs typeface="+mn-lt"/>
              </a:rPr>
              <a:t>Изучение</a:t>
            </a:r>
            <a:r>
              <a:rPr lang="en-US" sz="1800" dirty="0">
                <a:ea typeface="+mn-lt"/>
                <a:cs typeface="+mn-lt"/>
              </a:rPr>
              <a:t> HTML, CSS и JavaScript 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Разработка </a:t>
            </a:r>
            <a:r>
              <a:rPr lang="en-US" sz="1800" dirty="0" err="1">
                <a:ea typeface="+mn-lt"/>
                <a:cs typeface="+mn-lt"/>
              </a:rPr>
              <a:t>структуры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сайта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Создание </a:t>
            </a:r>
            <a:r>
              <a:rPr lang="en-US" sz="1800" dirty="0" err="1">
                <a:ea typeface="+mn-lt"/>
                <a:cs typeface="+mn-lt"/>
              </a:rPr>
              <a:t>удобного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интерфейса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Реализация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тестирования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проверки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ответов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Создание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адаптивного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дизайна</a:t>
            </a:r>
            <a:endParaRPr lang="en-US" sz="1800" dirty="0" err="1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FAADF4-6F39-0289-5D47-99026065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913" y="1213304"/>
            <a:ext cx="3740887" cy="206684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62E525-C91E-B87C-3D44-BB3C8AA1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3601878"/>
            <a:ext cx="3740887" cy="20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4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5A08EC-730E-76FB-C2AD-BCE7954D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10" y="206912"/>
            <a:ext cx="4652708" cy="290517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2B5DD2-0CB2-47E7-1A9D-2DEA92F7D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70" y="3631096"/>
            <a:ext cx="4659825" cy="276056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80E96F-30A8-4AB6-DE13-39FFFABA5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77" y="206913"/>
            <a:ext cx="5143416" cy="634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8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61AF017-741B-4CC0-B7C2-C9B94E5B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5E3ED-E9A6-5251-0BA5-16A47D05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159" y="260680"/>
            <a:ext cx="5037007" cy="1677531"/>
          </a:xfrm>
        </p:spPr>
        <p:txBody>
          <a:bodyPr anchor="t">
            <a:noAutofit/>
          </a:bodyPr>
          <a:lstStyle/>
          <a:p>
            <a:r>
              <a:rPr lang="ru-RU" sz="4000" b="1">
                <a:ea typeface="+mj-lt"/>
                <a:cs typeface="+mj-lt"/>
              </a:rPr>
              <a:t>Используемые технологии</a:t>
            </a:r>
            <a:endParaRPr lang="ru-RU" sz="4000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F99B18-242A-2106-EE63-660BC0C7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" r="971" b="-2"/>
          <a:stretch>
            <a:fillRect/>
          </a:stretch>
        </p:blipFill>
        <p:spPr>
          <a:xfrm>
            <a:off x="550862" y="551479"/>
            <a:ext cx="5256213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F1E4B65-ECC9-4E36-3DA4-BED66E02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60" y="1944377"/>
            <a:ext cx="5016131" cy="46630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i="1"/>
              <a:t>HTML</a:t>
            </a:r>
          </a:p>
          <a:p>
            <a:r>
              <a:rPr lang="en-US" sz="1800" dirty="0" err="1">
                <a:ea typeface="+mn-lt"/>
                <a:cs typeface="+mn-lt"/>
              </a:rPr>
              <a:t>Структура</a:t>
            </a:r>
            <a:r>
              <a:rPr lang="en-US" sz="1800" dirty="0">
                <a:ea typeface="+mn-lt"/>
                <a:cs typeface="+mn-lt"/>
              </a:rPr>
              <a:t> web-</a:t>
            </a:r>
            <a:r>
              <a:rPr lang="en-US" sz="1800" dirty="0" err="1">
                <a:ea typeface="+mn-lt"/>
                <a:cs typeface="+mn-lt"/>
              </a:rPr>
              <a:t>страниц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Текст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кнопки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блоки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pPr marL="0" indent="0">
              <a:buNone/>
            </a:pPr>
            <a:r>
              <a:rPr lang="en-US" sz="2000" b="1" i="1"/>
              <a:t>CSS</a:t>
            </a:r>
          </a:p>
          <a:p>
            <a:r>
              <a:rPr lang="en-US" sz="1800" dirty="0" err="1">
                <a:ea typeface="+mn-lt"/>
                <a:cs typeface="+mn-lt"/>
              </a:rPr>
              <a:t>Оформление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интерфейса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Адаптивный </a:t>
            </a:r>
            <a:r>
              <a:rPr lang="en-US" sz="1800" dirty="0" err="1">
                <a:ea typeface="+mn-lt"/>
                <a:cs typeface="+mn-lt"/>
              </a:rPr>
              <a:t>дизайн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Анимации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эффекты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pPr marL="0" indent="0">
              <a:buNone/>
            </a:pPr>
            <a:r>
              <a:rPr lang="en-US" sz="2000" b="1" i="1"/>
              <a:t>JavaScript</a:t>
            </a:r>
          </a:p>
          <a:p>
            <a:r>
              <a:rPr lang="en-US" sz="1800" dirty="0" err="1">
                <a:ea typeface="+mn-lt"/>
                <a:cs typeface="+mn-lt"/>
              </a:rPr>
              <a:t>Проверка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ответов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Подсчёт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результатов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Progress bar 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Интерактивность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сайта</a:t>
            </a:r>
            <a:endParaRPr lang="en-US" sz="1800" dirty="0" err="1"/>
          </a:p>
          <a:p>
            <a:endParaRPr lang="en-US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5DF5C6-081A-0CCB-E2FD-FF1240B47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6" r="3067" b="2"/>
          <a:stretch>
            <a:fillRect/>
          </a:stretch>
        </p:blipFill>
        <p:spPr>
          <a:xfrm>
            <a:off x="550862" y="3518725"/>
            <a:ext cx="5256000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380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CE4A8B-9EE7-4D3B-4B11-3E221CEF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150" y="321734"/>
            <a:ext cx="3677031" cy="290517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70BCB3-143F-1969-B444-6C740B2E6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06" y="3631096"/>
            <a:ext cx="4197953" cy="30841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FB0300-552B-78C2-196A-11E7C6C7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256" y="227789"/>
            <a:ext cx="4343525" cy="636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9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D22B6-43DD-D922-1836-56790CE0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ru-RU" sz="4000" b="1">
                <a:ea typeface="+mj-lt"/>
                <a:cs typeface="+mj-lt"/>
              </a:rPr>
              <a:t>Структура и функционал системы</a:t>
            </a:r>
            <a:endParaRPr lang="ru-RU" sz="4000" b="1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D2A996-D85A-A676-295C-FA805694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7" r="26810" b="3"/>
          <a:stretch>
            <a:fillRect/>
          </a:stretch>
        </p:blipFill>
        <p:spPr>
          <a:xfrm>
            <a:off x="778779" y="380770"/>
            <a:ext cx="2507107" cy="2811320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Рисунок 5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6A777F-4D2C-69F3-4F34-BAEC1F0C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9" r="26101" b="1"/>
          <a:stretch>
            <a:fillRect/>
          </a:stretch>
        </p:blipFill>
        <p:spPr>
          <a:xfrm>
            <a:off x="3544829" y="380769"/>
            <a:ext cx="2507982" cy="281132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C19653-BF2B-633B-A845-2363012A33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03" r="26883" b="-2"/>
          <a:stretch>
            <a:fillRect/>
          </a:stretch>
        </p:blipFill>
        <p:spPr>
          <a:xfrm>
            <a:off x="6259368" y="380769"/>
            <a:ext cx="2507982" cy="281132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BC8BB-7546-C3A6-69A1-5C464FD14A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31" r="25542" b="1"/>
          <a:stretch>
            <a:fillRect/>
          </a:stretch>
        </p:blipFill>
        <p:spPr>
          <a:xfrm>
            <a:off x="8973905" y="380770"/>
            <a:ext cx="2515016" cy="2811320"/>
          </a:xfrm>
          <a:prstGeom prst="rect">
            <a:avLst/>
          </a:prstGeom>
        </p:spPr>
      </p:pic>
      <p:sp>
        <p:nvSpPr>
          <p:cNvPr id="38" name="Rectangle 3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AB62A2-5649-2207-1745-712558717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Система </a:t>
            </a:r>
            <a:r>
              <a:rPr lang="en-US" sz="2000" dirty="0" err="1">
                <a:ea typeface="+mn-lt"/>
                <a:cs typeface="+mn-lt"/>
              </a:rPr>
              <a:t>состоит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из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нескольких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страниц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главная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категории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тесты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прохождение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теста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результаты</a:t>
            </a:r>
            <a:r>
              <a:rPr lang="en-US" sz="2000" dirty="0">
                <a:ea typeface="+mn-lt"/>
                <a:cs typeface="+mn-lt"/>
              </a:rPr>
              <a:t>. Пользователь </a:t>
            </a:r>
            <a:r>
              <a:rPr lang="en-US" sz="2000" dirty="0" err="1">
                <a:ea typeface="+mn-lt"/>
                <a:cs typeface="+mn-lt"/>
              </a:rPr>
              <a:t>может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выбрать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предмет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пройти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получить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автоматический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результат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842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6CDF7C-A49C-0F88-2A27-9293FA27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8" y="165160"/>
            <a:ext cx="5087303" cy="3061744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0517E1-699A-35A9-DA16-2C966CBC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45" y="3631096"/>
            <a:ext cx="5088526" cy="2760560"/>
          </a:xfrm>
          <a:prstGeom prst="rect">
            <a:avLst/>
          </a:prstGeom>
        </p:spPr>
      </p:pic>
      <p:sp>
        <p:nvSpPr>
          <p:cNvPr id="37" name="Rectangle 2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79BF5F-AA72-D7EA-C9A8-0D54A6F5E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780" y="321734"/>
            <a:ext cx="4817353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8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12067D-EF15-4E9F-AA63-B337CED75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96BA99-464E-4E7D-BA40-1DC3C79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33425"/>
            <a:ext cx="12192002" cy="3397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6E69711-E747-42F0-9063-950BA7BAE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60280" y="-1973720"/>
            <a:ext cx="5486400" cy="121770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5FE63-3B6B-9C94-D7D6-C97928C1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789400"/>
            <a:ext cx="3499164" cy="2264392"/>
          </a:xfrm>
        </p:spPr>
        <p:txBody>
          <a:bodyPr anchor="ctr">
            <a:normAutofit/>
          </a:bodyPr>
          <a:lstStyle/>
          <a:p>
            <a:r>
              <a:rPr lang="ru-RU" sz="4800" b="1">
                <a:ea typeface="+mj-lt"/>
                <a:cs typeface="+mj-lt"/>
              </a:rPr>
              <a:t>Результаты разработки</a:t>
            </a:r>
            <a:endParaRPr lang="ru-RU" sz="480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9ADDA2-1E13-726A-5AEC-115F37EE7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82" y="379619"/>
            <a:ext cx="4003014" cy="2530252"/>
          </a:xfrm>
          <a:prstGeom prst="rect">
            <a:avLst/>
          </a:prstGeom>
        </p:spPr>
      </p:pic>
      <p:pic>
        <p:nvPicPr>
          <p:cNvPr id="4" name="Объект 3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D60255-A2B8-C680-18BE-B1B293CAA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47" y="376382"/>
            <a:ext cx="3776630" cy="2536725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07A88C-482F-EB8B-6E55-7BC8F51DF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57" y="382270"/>
            <a:ext cx="3518898" cy="252495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7EF1E6-8D11-577E-7307-7D7CA51D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1" y="3789399"/>
            <a:ext cx="6243982" cy="238280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В </a:t>
            </a:r>
            <a:r>
              <a:rPr lang="en-US" sz="2000" dirty="0" err="1">
                <a:ea typeface="+mn-lt"/>
                <a:cs typeface="+mn-lt"/>
              </a:rPr>
              <a:t>результате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работы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была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разработана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современная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онлайн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тестовая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система</a:t>
            </a:r>
            <a:r>
              <a:rPr lang="en-US" sz="2000" dirty="0">
                <a:ea typeface="+mn-lt"/>
                <a:cs typeface="+mn-lt"/>
              </a:rPr>
              <a:t> с </a:t>
            </a:r>
            <a:r>
              <a:rPr lang="en-US" sz="2000" dirty="0" err="1">
                <a:ea typeface="+mn-lt"/>
                <a:cs typeface="+mn-lt"/>
              </a:rPr>
              <a:t>удобным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интерфейсом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системой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тестирования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автоматической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проверкой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результатов</a:t>
            </a:r>
            <a:r>
              <a:rPr lang="en-US" sz="2000" dirty="0">
                <a:ea typeface="+mn-lt"/>
                <a:cs typeface="+mn-lt"/>
              </a:rPr>
              <a:t>. Сайт </a:t>
            </a:r>
            <a:r>
              <a:rPr lang="en-US" sz="2000" dirty="0" err="1">
                <a:ea typeface="+mn-lt"/>
                <a:cs typeface="+mn-lt"/>
              </a:rPr>
              <a:t>работает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через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браузер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адаптирован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для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разных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устройств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ru-RU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79AADB-A05D-428E-A1F8-99F0910EE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9AAFDB-657C-A82D-92B5-832E0C3CB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99" y="3745917"/>
            <a:ext cx="4917225" cy="29066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C3E7AC-B671-5D1C-EE1B-349DBBE11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069" y="217351"/>
            <a:ext cx="5032968" cy="643526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61F279-6031-B3F2-51E6-2AE58ED4C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07" y="220248"/>
            <a:ext cx="5109835" cy="30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7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B8982-E006-CC60-BBBE-A3EE8740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>
            <a:normAutofit/>
          </a:bodyPr>
          <a:lstStyle/>
          <a:p>
            <a:r>
              <a:rPr lang="ru-RU" sz="4000" b="1">
                <a:ea typeface="+mj-lt"/>
                <a:cs typeface="+mj-lt"/>
              </a:rPr>
              <a:t>Заключение</a:t>
            </a:r>
            <a:endParaRPr lang="ru-RU" sz="4000" b="1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DF4CA3-F058-346D-92D5-AF73631B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619539"/>
            <a:ext cx="5528153" cy="309386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6DBA49-B730-A650-1CE1-3D6350DDA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134" y="618253"/>
            <a:ext cx="5564729" cy="30766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8D7C1C-14FF-76A6-F867-228F19F0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4329321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В </a:t>
            </a:r>
            <a:r>
              <a:rPr lang="en-US" sz="2000" err="1">
                <a:ea typeface="+mn-lt"/>
                <a:cs typeface="+mn-lt"/>
              </a:rPr>
              <a:t>ходе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курсовой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работы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была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разработана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онлайн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тестовая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система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MathTest</a:t>
            </a:r>
            <a:r>
              <a:rPr lang="en-US" sz="2000">
                <a:ea typeface="+mn-lt"/>
                <a:cs typeface="+mn-lt"/>
              </a:rPr>
              <a:t>. Проект </a:t>
            </a:r>
            <a:r>
              <a:rPr lang="en-US" sz="2000" err="1">
                <a:ea typeface="+mn-lt"/>
                <a:cs typeface="+mn-lt"/>
              </a:rPr>
              <a:t>позволил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изучить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современные</a:t>
            </a:r>
            <a:r>
              <a:rPr lang="en-US" sz="2000">
                <a:ea typeface="+mn-lt"/>
                <a:cs typeface="+mn-lt"/>
              </a:rPr>
              <a:t> web-</a:t>
            </a:r>
            <a:r>
              <a:rPr lang="en-US" sz="2000" err="1">
                <a:ea typeface="+mn-lt"/>
                <a:cs typeface="+mn-lt"/>
              </a:rPr>
              <a:t>технологии</a:t>
            </a:r>
            <a:r>
              <a:rPr lang="en-US" sz="2000">
                <a:ea typeface="+mn-lt"/>
                <a:cs typeface="+mn-lt"/>
              </a:rPr>
              <a:t> и </a:t>
            </a:r>
            <a:r>
              <a:rPr lang="en-US" sz="2000" err="1">
                <a:ea typeface="+mn-lt"/>
                <a:cs typeface="+mn-lt"/>
              </a:rPr>
              <a:t>получить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практические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навыки</a:t>
            </a:r>
            <a:r>
              <a:rPr lang="en-US" sz="2000">
                <a:ea typeface="+mn-lt"/>
                <a:cs typeface="+mn-lt"/>
              </a:rPr>
              <a:t> frontend-</a:t>
            </a:r>
            <a:r>
              <a:rPr lang="en-US" sz="2000" err="1">
                <a:ea typeface="+mn-lt"/>
                <a:cs typeface="+mn-lt"/>
              </a:rPr>
              <a:t>разработки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48054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826344-B2DB-1B11-DAED-0F429E58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26" y="321734"/>
            <a:ext cx="4852560" cy="291560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3F0BD8-6139-0E56-4043-3F9C0CAE1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64" y="3631096"/>
            <a:ext cx="4880837" cy="27605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728F2A-C14C-5AF9-B710-D011E5B52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629" y="321734"/>
            <a:ext cx="5210148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603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Arial,Sans-Serif</vt:lpstr>
      <vt:lpstr>Calibri</vt:lpstr>
      <vt:lpstr>Times New Roman</vt:lpstr>
      <vt:lpstr>Trebuchet MS</vt:lpstr>
      <vt:lpstr>Тема Office</vt:lpstr>
      <vt:lpstr>PowerPoint Presentation</vt:lpstr>
      <vt:lpstr>Цель и задачи проекта</vt:lpstr>
      <vt:lpstr>PowerPoint Presentation</vt:lpstr>
      <vt:lpstr>Используемые технологии</vt:lpstr>
      <vt:lpstr>PowerPoint Presentation</vt:lpstr>
      <vt:lpstr>Структура и функционал системы</vt:lpstr>
      <vt:lpstr>PowerPoint Presentation</vt:lpstr>
      <vt:lpstr>Результаты разработки</vt:lpstr>
      <vt:lpstr>PowerPoint Presentation</vt:lpstr>
      <vt:lpstr>Заключение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Farkhad</dc:creator>
  <cp:lastModifiedBy>Farkhad Farzana</cp:lastModifiedBy>
  <cp:revision>224</cp:revision>
  <dcterms:created xsi:type="dcterms:W3CDTF">2026-05-11T17:24:33Z</dcterms:created>
  <dcterms:modified xsi:type="dcterms:W3CDTF">2026-05-14T19:00:22Z</dcterms:modified>
</cp:coreProperties>
</file>